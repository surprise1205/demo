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8DE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09553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4339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002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578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0961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0324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4745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530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4189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3807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8395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2742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3295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7062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01178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3559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004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C511C37-A63D-42CB-AD9C-B63A29EAE859}" type="datetimeFigureOut">
              <a:rPr lang="en-ZA" smtClean="0"/>
              <a:t>2025/08/24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E5B10-3A43-4C1B-94E1-9073ECE848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98638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10D0-A9C6-3CCE-3E48-53EB453E6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8DEF1"/>
                </a:solidFill>
              </a:rPr>
              <a:t>Youth </a:t>
            </a:r>
            <a:r>
              <a:rPr lang="en-US" dirty="0"/>
              <a:t>Risky Behavior 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8A65A-B7BF-DA9D-FFB8-2F34DFA076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ZA" sz="2800" dirty="0"/>
          </a:p>
        </p:txBody>
      </p:sp>
    </p:spTree>
    <p:extLst>
      <p:ext uri="{BB962C8B-B14F-4D97-AF65-F5344CB8AC3E}">
        <p14:creationId xmlns:p14="http://schemas.microsoft.com/office/powerpoint/2010/main" val="67723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08C8-9736-02A1-6F16-E19ED615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66"/>
                </a:solidFill>
              </a:rPr>
              <a:t>Slogan:</a:t>
            </a:r>
            <a:br>
              <a:rPr lang="en-US" dirty="0">
                <a:solidFill>
                  <a:srgbClr val="FF0066"/>
                </a:solidFill>
              </a:rPr>
            </a:br>
            <a:r>
              <a:rPr lang="en-US" dirty="0">
                <a:solidFill>
                  <a:srgbClr val="FF0066"/>
                </a:solidFill>
              </a:rPr>
              <a:t> Stay strong, Say No To Drugs: FOCUS ON YOUR FUTURE!</a:t>
            </a:r>
            <a:endParaRPr lang="en-ZA" dirty="0">
              <a:solidFill>
                <a:srgbClr val="FF0066"/>
              </a:solidFill>
            </a:endParaRPr>
          </a:p>
        </p:txBody>
      </p:sp>
      <p:pic>
        <p:nvPicPr>
          <p:cNvPr id="11" name="Content Placeholder 10" descr="A sunset over a body of water">
            <a:extLst>
              <a:ext uri="{FF2B5EF4-FFF2-40B4-BE49-F238E27FC236}">
                <a16:creationId xmlns:a16="http://schemas.microsoft.com/office/drawing/2014/main" id="{CEB52DC7-38B5-9397-B857-EEB6AFDF77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302" y="2461034"/>
            <a:ext cx="6021172" cy="3378970"/>
          </a:xfrm>
        </p:spPr>
      </p:pic>
    </p:spTree>
    <p:extLst>
      <p:ext uri="{BB962C8B-B14F-4D97-AF65-F5344CB8AC3E}">
        <p14:creationId xmlns:p14="http://schemas.microsoft.com/office/powerpoint/2010/main" val="160541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FB8C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E3F8-4F84-809A-F0A8-64FFD458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and cyber bullying: </a:t>
            </a:r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178C11-41D3-D8AC-B241-A429BD7BD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000" y="2016000"/>
            <a:ext cx="6096528" cy="342929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6D5C0B-09F0-3530-E934-113504ACB3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80000" y="2088000"/>
            <a:ext cx="3924000" cy="3816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26812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F4336-091B-BF9A-D708-CD43CCBE5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9D696-26A1-CC0E-FFD3-B5CD226D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Substance Abuse: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F63A06-3263-A359-3153-51906A15C7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" y="2304000"/>
            <a:ext cx="6876000" cy="396856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64793E-5FDA-213E-458C-BA9E481BD7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000" y="2592000"/>
            <a:ext cx="4701087" cy="32925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17860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1FCE-7544-EB69-97A2-01586A0DC5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Signs and symptoms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3F012-1A20-9660-6238-85A7870F28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7EE8D-448D-664E-D7DC-EDCFB51C92D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00" y="504000"/>
            <a:ext cx="8550064" cy="5850752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632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7CF621-2E50-EE28-B568-CFDF5B71D6D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0" y="1404000"/>
            <a:ext cx="7488000" cy="4207287"/>
          </a:xfrm>
        </p:spPr>
      </p:pic>
    </p:spTree>
    <p:extLst>
      <p:ext uri="{BB962C8B-B14F-4D97-AF65-F5344CB8AC3E}">
        <p14:creationId xmlns:p14="http://schemas.microsoft.com/office/powerpoint/2010/main" val="3264076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B664F3-5EEF-8F0A-E660-2CCD3ABCDEC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000" y="1548000"/>
            <a:ext cx="8388000" cy="4680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B w="44450"/>
          </a:sp3d>
        </p:spPr>
      </p:pic>
    </p:spTree>
    <p:extLst>
      <p:ext uri="{BB962C8B-B14F-4D97-AF65-F5344CB8AC3E}">
        <p14:creationId xmlns:p14="http://schemas.microsoft.com/office/powerpoint/2010/main" val="804317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</TotalTime>
  <Words>31</Words>
  <Application>Microsoft Office PowerPoint</Application>
  <PresentationFormat>Widescreen</PresentationFormat>
  <Paragraphs>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Youth Risky Behavior </vt:lpstr>
      <vt:lpstr>Slogan:  Stay strong, Say No To Drugs: FOCUS ON YOUR FUTURE!</vt:lpstr>
      <vt:lpstr>Traditional and cyber bullying: </vt:lpstr>
      <vt:lpstr>Substance Abuse:</vt:lpstr>
      <vt:lpstr>Signs and symptoms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Karabo Surprise Mathebula (JE ALEXANDRA S/S Learner)</dc:creator>
  <cp:lastModifiedBy>Karabo Surprise Mathebula (JE ALEXANDRA S/S Learner)</cp:lastModifiedBy>
  <cp:revision>3</cp:revision>
  <dcterms:created xsi:type="dcterms:W3CDTF">2025-08-24T18:58:48Z</dcterms:created>
  <dcterms:modified xsi:type="dcterms:W3CDTF">2025-08-24T20:22:10Z</dcterms:modified>
</cp:coreProperties>
</file>